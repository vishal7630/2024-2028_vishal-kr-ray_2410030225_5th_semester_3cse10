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8810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B2A4A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7A1F3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work/template_media/unpacked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556" y="502920"/>
            <a:ext cx="1005840" cy="10789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7830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0" y="21488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28803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29184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and Database Management Systems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0" y="41605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AICTE – EduSkills Virtual Internship  |  April – June 2026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194560" y="4754880"/>
            <a:ext cx="7799832" cy="1554480"/>
          </a:xfrm>
          <a:prstGeom prst="roundRect">
            <a:avLst>
              <a:gd name="adj" fmla="val 4706"/>
            </a:avLst>
          </a:prstGeom>
          <a:solidFill>
            <a:srgbClr val="1B2A4A">
              <a:alpha val="85000"/>
            </a:srgbClr>
          </a:solidFill>
          <a:ln w="12700">
            <a:solidFill>
              <a:srgbClr val="3A4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514600" y="491947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F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514600" y="51023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Kumar Ray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514600" y="534924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F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514600" y="55321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2410030125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514600" y="577900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F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514600" y="59618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Semester 5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675120" y="491947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F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675120" y="51023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Academy (AICTE)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675120" y="534924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F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675120" y="55321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2024-28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&amp; Program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6276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DETAILS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23957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Kumar Ray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80720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05409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2410030125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46557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71246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(Computer Science &amp; Engineering)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12394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43708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78231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Batch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" y="5029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2024-2028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54406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68680" y="56875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37960" y="16276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PROFILE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21488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F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Name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37960" y="23957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– EduSkills Virtual Internship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37960" y="280720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F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37960" y="305409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Database Management Systems (Hindi)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37960" y="346557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F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37960" y="371246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 (April 2026 – June 2026)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37960" y="412394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F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37960" y="43708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2026-E8BEDF0F29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537960" y="478231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F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 Ref.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37960" y="5029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C16Y2026M081402213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537960" y="54406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F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Student ID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37960" y="56875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STU6997da07c89721771559431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Database Management Systems  |  Vishal Kumar Ray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ORGANIZATION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Profile: EduSkills Academy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Academy </a:t>
            </a:r>
            <a:r>
              <a:rPr lang="en-US" sz="15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ISO 9001:2015 and ISO 20000-1:2018 certified organization operating under the vision of </a:t>
            </a:r>
            <a:r>
              <a:rPr lang="en-US" sz="1500" b="1" i="1" dirty="0">
                <a:solidFill>
                  <a:srgbClr val="7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“Nation Building Through Skills.”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5875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" y="32918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Collaboration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43484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under the patronage of the AICTE National Internship Portal to empower engineering talent across India.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29718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5875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663440" y="3291840"/>
            <a:ext cx="502920" cy="502920"/>
          </a:xfrm>
          <a:prstGeom prst="ellipse">
            <a:avLst/>
          </a:prstGeom>
          <a:solidFill>
            <a:srgbClr val="7A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66344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17720" y="39319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Alignment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443484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with leading technology organizations to bridge the gap between academia and industry in emerging tech domains.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29718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5875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458200" y="32918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45820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12480" y="39319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Focus Domains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443484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Databases, Business Intelligence, Cloud Computing, Full-Stack Development, and Enterprise Automation.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Database Management Systems  |  Vishal Kumar Ray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Industry Context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7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GAP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academic coursework extensively covers relational theory – ER modeling, normalization, and basic SQL syntax – students often lack hands-on exposure to managing databases in real, production-grade environments.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74904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well-designed schema on paper provides little business value until the data behind it is queried efficiently, secured, backed up, and scaled for real users.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537960" y="17373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INTERNSHIP'S SCOPE OF SOLUTION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37960" y="224028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12280" y="2121408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complete database lifecycle: relational design, advanced SQL, NoSQL modeling, ETL, and BI dashboards.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37960" y="347472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812280" y="3355848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into full-stack integration – exposing databases through Node.js/Express and FastAPI REST APIs.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37960" y="470916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12280" y="4590288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practical skill in performance tuning, security hardening, backup, and scalability for production-grade systems.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Database Management Systems  |  Vishal Kumar Ray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66420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Foundations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database concepts, ER modeling, normalization, and DDL/DML operations.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0" y="1691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7A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66360" y="166420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&amp; NoSQL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0" y="233172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joins, subqueries, aggregation, and MongoDB's document model &amp; CRUD operations.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366760" y="1691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3667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61120" y="166420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 Business Intelligence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66760" y="233172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data aggregation and ETL, and build dashboards &amp; visualizations using Power BI.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77240" y="4069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7A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04164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DB Integration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70916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databases to full-stack apps using Node.js/Express and FastAPI with SQLAlchemy.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8404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72000" y="4069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66360" y="404164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Security &amp; Backup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0" y="470916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indexing, query optimization, access control, SQL-injection prevention, and recovery strategies.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8404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66760" y="4069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7A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3667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961120" y="404164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Capstone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66760" y="470916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replication, sharding &amp; clustering, and apply all concepts in an end-to-end capstone project.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Database Management Systems  |  Vishal Kumar Ray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66420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(Relational)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4261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0449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(NoSQL)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17720" y="166420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240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264261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30449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412480" y="166420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Integration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2240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264261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30449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22960" y="404164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4617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502005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4223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43400" y="38404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17720" y="404164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Security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617720" y="4617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Strategies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17720" y="502005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Optimization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17720" y="54223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38160" y="38404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412480" y="404164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Scale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412480" y="4617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12480" y="502005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12480" y="54223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&amp; Clustering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Database Management Systems  |  Vishal Kumar Ray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SOLUTION LAYERS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1417320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353312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46320" y="1353312"/>
            <a:ext cx="6446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(SQL/PostgreSQL) and non-relational (MongoDB) databases storing structured &amp; unstructured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075688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2E40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68680" y="2212848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22128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214884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&amp; Aggregation Layer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46320" y="2148840"/>
            <a:ext cx="6446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joins/subqueries and MongoDB's aggregation pipeline process the underlying data.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871216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68680" y="3008376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68680" y="30083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294436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 BI Layer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46320" y="2944368"/>
            <a:ext cx="6446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 feed Power BI dashboards built with relational models and DAX measures.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666744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2E40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68680" y="3803904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68680" y="38039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3739896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46320" y="3739896"/>
            <a:ext cx="6446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SQLAlchemy and Node.js/Express expose the databases as RESTful CRUD APIs.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462272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68680" y="4599432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68680" y="45994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08760" y="4535424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846320" y="4535424"/>
            <a:ext cx="6446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applications consume the APIs to perform CRUD operations for end users.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25780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2E40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68680" y="5394960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68680" y="5394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08760" y="5330952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Performance &amp; Scale Layer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846320" y="5330952"/>
            <a:ext cx="6446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Indexing, access control, SQL-injection prevention, backup, replication, and sharding.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Database Management Systems  |  Vishal Kumar Ray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WEEK-WISE CURRICULUM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Curriculum Timeline – Weeks 1 to 4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7A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Foundations &amp; Relational Design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21488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concepts, SQL vs NoSQL, ER modeling, normalization, DDL &amp; basic DML operations.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55448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7600" y="178308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0" y="1783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4231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&amp; NoSQL (MongoDB)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3337560"/>
            <a:ext cx="21488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3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subqueries, aggregation, GROUP BY/HAVING, MongoDB document model &amp; CRUD.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55448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492240" y="178308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7A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92240" y="1783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24231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Aggregation, ETL &amp; Power BI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337560"/>
            <a:ext cx="21488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aggregation, ETL concepts, Power BI interface, dashboards &amp; visuals.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98280" y="155448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326880" y="178308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326880" y="1783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0" y="24231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&amp; Full-Stack DB Integration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26880" y="3337560"/>
            <a:ext cx="21488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3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relationships &amp; DAX; Node.js/Express with PostgreSQL; CRUD API development.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Database Management Systems  |  Vishal Kumar Ray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WEEK-WISE CURRICULUM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Curriculum Timeline – Weeks 5 to 8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7A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APIs &amp; Data Integration (FastAPI)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21488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with SQLAlchemy, RESTful CRUD APIs, API consumption, combining datasets.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55448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7600" y="178308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0" y="1783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4231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Performance, Security &amp; Backup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3337560"/>
            <a:ext cx="21488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3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Indexing, query optimization, roles &amp; permissions, SQL-injection prevention, backup/recovery.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55448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492240" y="178308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7A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92240" y="1783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24231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High Availability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337560"/>
            <a:ext cx="21488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Replication, sharding, clustering, and real-world case studies across industries.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98280" y="155448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326880" y="178308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326880" y="1783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0" y="24231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NoSQL &amp; Capstone Project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26880" y="3337560"/>
            <a:ext cx="21488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3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aggregation pipeline, geospatial &amp; time-series modeling, capstone dashboard.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Database Management Systems  |  Vishal Kumar Ray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HIGHLIGHTS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Projects &amp; Demonstrated Skills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673352"/>
            <a:ext cx="365760" cy="365760"/>
          </a:xfrm>
          <a:prstGeom prst="ellipse">
            <a:avLst/>
          </a:prstGeom>
          <a:solidFill>
            <a:srgbClr val="7A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673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581912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Design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normalized schema with ER modeling and implemented it using DDL/DML operations.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537960" y="167335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37960" y="1673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581912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Querying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21945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multi-table joins, subqueries, and aggregate queries with GROUP BY/HAVING for reporting.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35808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2004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with MongoDB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81304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documents and built CRUD operations and aggregation pipelines in MongoDB.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035808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537960" y="3291840"/>
            <a:ext cx="365760" cy="365760"/>
          </a:xfrm>
          <a:prstGeom prst="ellipse">
            <a:avLst/>
          </a:prstGeom>
          <a:solidFill>
            <a:srgbClr val="7A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53796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32004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Dashboard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37960" y="381304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data-driven Power BI dashboard using ETL pipelines, relationships, and DAX measures.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654296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22960" y="49103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22960" y="4910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481888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API Integration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5431536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PostgreSQL and MongoDB to full-stack apps via Node.js/Express and FastAPI CRUD APIs.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654296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537960" y="49103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537960" y="4910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40880" y="481888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Security &amp; Scale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37960" y="5431536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indexing, SQL-injection prevention, backups, and studied replication/sharding for scale.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Database Management Systems  |  Vishal Kumar Ray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DETAILS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Official Verification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566928"/>
          </a:xfrm>
          <a:prstGeom prst="rect">
            <a:avLst/>
          </a:prstGeom>
          <a:solidFill>
            <a:srgbClr val="F4F5F7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Title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297680" y="14630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Database Management Systems Virtual Internship (Hindi)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29968"/>
            <a:ext cx="10881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202996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Issuing Organization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297680" y="202996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Academy (ISO 9001:2015 &amp; ISO 20000-1:2018 Certified)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596896"/>
            <a:ext cx="10881360" cy="566928"/>
          </a:xfrm>
          <a:prstGeom prst="rect">
            <a:avLst/>
          </a:prstGeom>
          <a:solidFill>
            <a:srgbClr val="F4F5F7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259689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Patronage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29768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National Internship Portal, Ministry of Education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163824"/>
            <a:ext cx="10881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316382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297680" y="316382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2026-E8BEDF0F29  (Issued: Aug 04, 2026)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730752"/>
            <a:ext cx="10881360" cy="566928"/>
          </a:xfrm>
          <a:prstGeom prst="rect">
            <a:avLst/>
          </a:prstGeom>
          <a:solidFill>
            <a:srgbClr val="F4F5F7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14400" y="373075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 Ref.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297680" y="37307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C16Y2026M081402213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10881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14400" y="429768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Student ID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297680" y="429768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STU6997da07c89721771559431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864608"/>
            <a:ext cx="10881360" cy="566928"/>
          </a:xfrm>
          <a:prstGeom prst="rect">
            <a:avLst/>
          </a:prstGeom>
          <a:solidFill>
            <a:srgbClr val="F4F5F7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14400" y="486460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297680" y="48646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  |  April 2026 – June 2026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Database Management Systems  |  Vishal Kumar Ray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DOCUMENTS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Official Verification</a:t>
            </a:r>
            <a:endParaRPr lang="en-US" sz="3000" dirty="0"/>
          </a:p>
        </p:txBody>
      </p:sp>
      <p:pic>
        <p:nvPicPr>
          <p:cNvPr id="4" name="Image 0" descr="/home/claude/work/images/internshipcert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486400" cy="3886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394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Virtual Internship</a:t>
            </a:r>
            <a:endParaRPr lang="en-US" sz="1200" dirty="0"/>
          </a:p>
        </p:txBody>
      </p:sp>
      <p:pic>
        <p:nvPicPr>
          <p:cNvPr id="6" name="Image 1" descr="/home/claude/work/images/offerletter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17320"/>
            <a:ext cx="2743200" cy="3877056"/>
          </a:xfrm>
          <a:prstGeom prst="rect">
            <a:avLst/>
          </a:prstGeom>
        </p:spPr>
      </p:pic>
      <p:pic>
        <p:nvPicPr>
          <p:cNvPr id="7" name="Image 2" descr="/home/claude/work/images/certificate-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1463040"/>
            <a:ext cx="2423160" cy="171907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09360" y="5394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Offer Letter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9189720" y="3291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Certificate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Database Management Systems  |  Vishal Kumar Ray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1B2A4A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7A1F33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work/template_media/unpacked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276" y="1188720"/>
            <a:ext cx="914400" cy="9784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4688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Kumar Ray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4023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2410030125  |  Semester 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43891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Engineering, IILM University, Greater Noida, U.P.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1238</Words>
  <Application>Microsoft Office PowerPoint</Application>
  <PresentationFormat>Widescreen</PresentationFormat>
  <Paragraphs>238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Vishal Rai</cp:lastModifiedBy>
  <cp:revision>2</cp:revision>
  <dcterms:created xsi:type="dcterms:W3CDTF">2026-08-29T14:00:57Z</dcterms:created>
  <dcterms:modified xsi:type="dcterms:W3CDTF">2026-08-29T16:38:51Z</dcterms:modified>
</cp:coreProperties>
</file>